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9AEF5-183B-4A07-889A-66C9D1A4770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F0385-C490-44E8-986A-9B72EB088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6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F0385-C490-44E8-986A-9B72EB088E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70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A0E92-F3BD-82B8-BC33-C9376785A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EF27E-1BD2-6616-5DBE-B31EE4293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91610-D451-52F1-742B-820300E31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BA7F9-83C3-4B67-BA9A-C0AE05A227B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DF028-848F-97A6-B4BA-DAC972EED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A8928-9216-F500-42DB-B82C8B733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8989-7708-4ACC-8C88-0A149F18D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817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C019A-6F29-0742-E26D-C08F23C9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08D15-84A4-2346-F90E-94BD381E0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8D154-7692-C17C-871E-BF8B9921B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BA7F9-83C3-4B67-BA9A-C0AE05A227B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AF95F-90C9-7988-D6C3-1F1409518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9DB65-626C-A7B8-20B0-2FC898E1C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8989-7708-4ACC-8C88-0A149F18D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95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3A33E-77A9-847C-A61B-86772A481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0283E-2764-FF11-0A57-89ADCF74E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6A095-9023-E143-4093-E8742BD0E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BA7F9-83C3-4B67-BA9A-C0AE05A227B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15034-1EBB-9352-4303-12F18653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CADAB-47BC-99D3-CDA5-2D3FEB42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8989-7708-4ACC-8C88-0A149F18D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22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06ED9-1659-00D2-D538-CF97455F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6885-CBE6-5964-3716-3DD41E156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127B4-FC7B-F379-9BD2-5326DB67F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FA077-C135-8783-D779-562C020E8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BA7F9-83C3-4B67-BA9A-C0AE05A227B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4E721-0501-B539-E48A-E91ED4AFF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927DC-38EC-047C-33D9-73A317FB0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8989-7708-4ACC-8C88-0A149F18D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14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D3B12-D8AC-30A9-EA90-D560D50DA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CA274-B826-669B-BA35-5421AE353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AA9D2-A39C-9EEF-B4FA-DFC05B42F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EB6BEF-7579-D445-79EE-510FEDF345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77881-609B-3254-21B1-F61D7E8CED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0B7BCB-1CE4-0325-BE75-39E1DFE5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BA7F9-83C3-4B67-BA9A-C0AE05A227B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6B59AA-C9FE-163E-D200-04DB74ECA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EA1318-D6AB-2A5B-F554-1EE02793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8989-7708-4ACC-8C88-0A149F18D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1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C9BE6-694E-8B38-FD9B-EBE8C755A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0CEF9A-7CE2-D7AD-669C-9E2CFE939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BA7F9-83C3-4B67-BA9A-C0AE05A227B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CAD4C-8AD2-C650-6A01-1AF46DBD3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304A7-B218-E17E-A875-A31137AE9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8989-7708-4ACC-8C88-0A149F18D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44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16BDF-4CA4-A406-A120-27AB41D3E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BA7F9-83C3-4B67-BA9A-C0AE05A227B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A93465-2997-8439-EE57-2E574A28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AE750-566A-B023-3C15-C1078AD0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8989-7708-4ACC-8C88-0A149F18D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74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F985-5CCE-C0DF-C325-588027B9C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E33BA-9877-5772-DEF8-3C2DB567F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15C60-2461-A054-4716-11EFA6B27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62C15-7EC7-4C7C-37CD-C0D957988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BA7F9-83C3-4B67-BA9A-C0AE05A227B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043FF-3E58-2AE4-C070-B469FDAE5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DCDA6-6EF8-FB89-6377-59CF95624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8989-7708-4ACC-8C88-0A149F18D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23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A30D-B443-B592-F315-128D9612F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7CF0A-7EEB-DAA8-49E9-5E9CEA49A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6F355-D1FC-601E-FD62-0C441A52A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A7DBA-7D8B-C07D-403A-FF2FF3C81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BA7F9-83C3-4B67-BA9A-C0AE05A227B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33C0A-4B35-E24A-575C-9ACF0720D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92B13-CE68-D8E3-65F6-A5ABEF27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8989-7708-4ACC-8C88-0A149F18D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52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7286-D11D-251A-4D21-CDBB6258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5E98E-29CC-7B71-D12F-34CD63017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7BCBD-23C1-2CED-503D-84B0177C0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BA7F9-83C3-4B67-BA9A-C0AE05A227B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A8B58-D090-6142-9206-F72C5901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C80D4-180B-78B3-10DD-A307ED92D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8989-7708-4ACC-8C88-0A149F18D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70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ADE51B-5F59-6814-4400-950D6F7FF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50DEEF-D3ED-C8C4-EC7B-FACD8764C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4CD2B-63A4-66B7-69C2-FA0550BC8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BA7F9-83C3-4B67-BA9A-C0AE05A227B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0EB9A-B556-22B1-5703-31FC3467C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AE9BC-4014-C34E-322E-44548F61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D8989-7708-4ACC-8C88-0A149F18D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0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63E10B-81C8-A2C3-2428-FF28DB254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1B90B-EC15-8E80-C446-E108C17C3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D9FC1-2641-161C-19A8-7214776F7E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BA7F9-83C3-4B67-BA9A-C0AE05A227B2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A6DF-A944-4B1D-FEEA-DC94DB595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60D4F-2AD9-2120-42D8-AF7CC46CC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D8989-7708-4ACC-8C88-0A149F18D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290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98A5-4EC8-755A-90BE-B0A579A02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704" y="70803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Scrum-Agile Development at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ChadaTech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4457D-F563-F949-6150-8F5DC78B4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52230"/>
            <a:ext cx="9144000" cy="1655762"/>
          </a:xfrm>
        </p:spPr>
        <p:txBody>
          <a:bodyPr>
            <a:no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SNHU Travel Project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Taylor LaDuke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CS 250 Software Development Lifecycle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Southern New Hampshire University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3029580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69D6D-8B70-9154-8002-561C918E8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7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Scrum-Agile Team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ED82D-6E38-EE89-C2B7-770105665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694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Product Owner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Prioritizes the product backlog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Represents customer needs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Defines user stories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Scrum Master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Facilitates Scrum events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Removes team obstacles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Supports Agile practices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Developers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Build software features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Implement user stories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Deliver working software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Testers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Verify functionality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Ensure quality standards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Validate acceptance criteria</a:t>
            </a:r>
          </a:p>
          <a:p>
            <a:pPr marL="0" indent="0"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(Schwaber &amp; Sutherland, 2024)</a:t>
            </a:r>
          </a:p>
        </p:txBody>
      </p:sp>
    </p:spTree>
    <p:extLst>
      <p:ext uri="{BB962C8B-B14F-4D97-AF65-F5344CB8AC3E}">
        <p14:creationId xmlns:p14="http://schemas.microsoft.com/office/powerpoint/2010/main" val="3802693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C8F6A-F69C-DFA7-857B-A80581749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Agile Software Development Life Cycle (SDLC)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B869F-D036-A6CC-897A-327DF3A38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7299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1. Requirements Gathering</a:t>
            </a:r>
          </a:p>
          <a:p>
            <a:pPr marL="0" indent="0"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• Collect customer needs and expectations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2. Product Backlog Creation</a:t>
            </a:r>
          </a:p>
          <a:p>
            <a:pPr marL="0" indent="0"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• Organize and prioritize user stories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3. Sprint Planning</a:t>
            </a:r>
          </a:p>
          <a:p>
            <a:pPr marL="0" indent="0"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• Select work for the upcoming sprint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4. Development</a:t>
            </a:r>
          </a:p>
          <a:p>
            <a:pPr marL="0" indent="0"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 • Build and implement features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5. Testing</a:t>
            </a:r>
          </a:p>
          <a:p>
            <a:pPr marL="0" indent="0"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  • Verify functionality and quality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6. Sprint Review</a:t>
            </a:r>
          </a:p>
          <a:p>
            <a:pPr marL="0" indent="0"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  • Demonstrate completed work</a:t>
            </a:r>
          </a:p>
          <a:p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7. Sprint Retrospective</a:t>
            </a:r>
          </a:p>
          <a:p>
            <a:pPr marL="0" indent="0"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  • Identify improvements for future sprints</a:t>
            </a:r>
          </a:p>
          <a:p>
            <a:pPr marL="0" indent="0">
              <a:buNone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(Project Management Institute, 2024)</a:t>
            </a:r>
          </a:p>
        </p:txBody>
      </p:sp>
    </p:spTree>
    <p:extLst>
      <p:ext uri="{BB962C8B-B14F-4D97-AF65-F5344CB8AC3E}">
        <p14:creationId xmlns:p14="http://schemas.microsoft.com/office/powerpoint/2010/main" val="2930479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E9BB-836C-06AF-2BFE-68C6936F7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Waterfall vs. Agile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10D9-C850-6D7A-3BCD-ED6C6F209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dirty="0"/>
              <a:t>Waterfall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Sequential phases</a:t>
            </a:r>
          </a:p>
          <a:p>
            <a:pPr marL="0" indent="0">
              <a:buNone/>
            </a:pPr>
            <a:r>
              <a:rPr lang="en-US" dirty="0"/>
              <a:t>• Requirements fixed early</a:t>
            </a:r>
          </a:p>
          <a:p>
            <a:pPr marL="0" indent="0">
              <a:buNone/>
            </a:pPr>
            <a:r>
              <a:rPr lang="en-US" dirty="0"/>
              <a:t>• Testing occurs near the end</a:t>
            </a:r>
          </a:p>
          <a:p>
            <a:pPr marL="0" indent="0">
              <a:buNone/>
            </a:pPr>
            <a:r>
              <a:rPr lang="en-US" dirty="0"/>
              <a:t>• Changes are difficult to implement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Agile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Iterative sprint cycles</a:t>
            </a:r>
          </a:p>
          <a:p>
            <a:pPr marL="0" indent="0">
              <a:buNone/>
            </a:pPr>
            <a:r>
              <a:rPr lang="en-US" dirty="0"/>
              <a:t>• Requirements can evolve</a:t>
            </a:r>
          </a:p>
          <a:p>
            <a:pPr marL="0" indent="0">
              <a:buNone/>
            </a:pPr>
            <a:r>
              <a:rPr lang="en-US" dirty="0"/>
              <a:t>• Continuous testing and feedback</a:t>
            </a:r>
          </a:p>
          <a:p>
            <a:pPr marL="0" indent="0">
              <a:buNone/>
            </a:pPr>
            <a:r>
              <a:rPr lang="en-US" dirty="0"/>
              <a:t>• Easily adapts to change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During the SNHU Travel project, changing requirements could be added to future sprints. In a waterfall model, changes would likely require revisiting completed phases, increasing time and cost.</a:t>
            </a:r>
          </a:p>
          <a:p>
            <a:pPr marL="0" indent="0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dirty="0"/>
              <a:t>(IBM, 2025)</a:t>
            </a:r>
          </a:p>
        </p:txBody>
      </p:sp>
    </p:spTree>
    <p:extLst>
      <p:ext uri="{BB962C8B-B14F-4D97-AF65-F5344CB8AC3E}">
        <p14:creationId xmlns:p14="http://schemas.microsoft.com/office/powerpoint/2010/main" val="3391268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48E69-64F4-1522-C04E-92DFBD69E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Choosing Waterfall or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67098-5E53-3F6B-2488-596136E70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1154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Waterfall Works Best When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Requirements are stable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Scope is clearly defined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Changes are unlikely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Extensive documentation is required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D767B-A633-C047-DBCB-402DC5FAA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115439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Agile Works Best When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Requirements may change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Customer feedback is important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Fast delivery is needed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Continuous improvement is desired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A6441-32C5-84A3-ACA5-AAE99AA4B594}"/>
              </a:ext>
            </a:extLst>
          </p:cNvPr>
          <p:cNvSpPr txBox="1"/>
          <p:nvPr/>
        </p:nvSpPr>
        <p:spPr>
          <a:xfrm>
            <a:off x="905256" y="4114800"/>
            <a:ext cx="103235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SNHU Travel project benefited from Agile because requirements evolved throughout development. Agile allowed changes to be incorporated through backlog refinement and sprint planning.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r"/>
            <a:r>
              <a:rPr lang="en-US" dirty="0"/>
              <a:t>(Atlassian, 2025)</a:t>
            </a:r>
          </a:p>
        </p:txBody>
      </p:sp>
    </p:spTree>
    <p:extLst>
      <p:ext uri="{BB962C8B-B14F-4D97-AF65-F5344CB8AC3E}">
        <p14:creationId xmlns:p14="http://schemas.microsoft.com/office/powerpoint/2010/main" val="2553690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C6ACD-700B-BB4B-0E1C-7F61293BA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86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Lessons Learned and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36EF3-074B-C649-2770-507840CE4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838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Advantages of Scrum-Agile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Improved collaboration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Faster stakeholder feedback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Greater flexibility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Incremental software delivery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Continuous improvement 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Frequent meetings required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Priorities may change often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Requires active stakeholder involvement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Team commitment is essential 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Scrum-Agile was the best approach for the SNHU Travel project because it supported changing requirements, collaboration, and continuous feedback.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(Project Management Institute, 2024)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268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0269E-B248-5E3B-F8DA-51A272EE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5B043-1571-0A47-6783-93AB54A3C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Atlassian. (2025). Agile project management. https://www.atlassian.com/agile</a:t>
            </a:r>
          </a:p>
          <a:p>
            <a:endParaRPr lang="en-US" dirty="0"/>
          </a:p>
          <a:p>
            <a:r>
              <a:rPr lang="en-US" dirty="0"/>
              <a:t>IBM. (2025). Agile vs. waterfall methodology. https://www.ibm.com</a:t>
            </a:r>
          </a:p>
          <a:p>
            <a:endParaRPr lang="en-US" dirty="0"/>
          </a:p>
          <a:p>
            <a:r>
              <a:rPr lang="en-US" dirty="0"/>
              <a:t>Project Management Institute. (2024). Agile practice guide. Project Management Institute.</a:t>
            </a:r>
          </a:p>
          <a:p>
            <a:endParaRPr lang="en-US" dirty="0"/>
          </a:p>
          <a:p>
            <a:r>
              <a:rPr lang="en-US" dirty="0"/>
              <a:t>Schwaber, K., &amp; Sutherland, J. (2024). The Scrum Guide. </a:t>
            </a:r>
            <a:r>
              <a:rPr lang="en-US"/>
              <a:t>https://scrumguides.org</a:t>
            </a:r>
          </a:p>
        </p:txBody>
      </p:sp>
    </p:spTree>
    <p:extLst>
      <p:ext uri="{BB962C8B-B14F-4D97-AF65-F5344CB8AC3E}">
        <p14:creationId xmlns:p14="http://schemas.microsoft.com/office/powerpoint/2010/main" val="1785054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</Words>
  <Application>Microsoft Office PowerPoint</Application>
  <PresentationFormat>Widescreen</PresentationFormat>
  <Paragraphs>112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Scrum-Agile Development at ChadaTech</vt:lpstr>
      <vt:lpstr>Scrum-Agile Team Roles</vt:lpstr>
      <vt:lpstr>Agile Software Development Life Cycle (SDLC)</vt:lpstr>
      <vt:lpstr>Waterfall vs. Agile Development</vt:lpstr>
      <vt:lpstr>Choosing Waterfall or Agile</vt:lpstr>
      <vt:lpstr>Lessons Learned and Recommendation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 LaDuke</dc:creator>
  <cp:lastModifiedBy>Taylor LaDuke</cp:lastModifiedBy>
  <cp:revision>1</cp:revision>
  <dcterms:created xsi:type="dcterms:W3CDTF">2026-06-16T22:38:41Z</dcterms:created>
  <dcterms:modified xsi:type="dcterms:W3CDTF">2026-06-16T22:38:55Z</dcterms:modified>
</cp:coreProperties>
</file>